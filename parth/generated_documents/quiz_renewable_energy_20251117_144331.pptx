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Quiz: Renewable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 Questions | Difficulty: Easy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solar energy?</a:t>
            </a:r>
          </a:p>
          <a:p>
            <a:pPr lvl="1"/>
            <a:r>
              <a:t>A) Energy from the sun</a:t>
            </a:r>
          </a:p>
          <a:p>
            <a:pPr lvl="1"/>
            <a:r>
              <a:t>B) Energy from wind</a:t>
            </a:r>
          </a:p>
          <a:p>
            <a:pPr lvl="1"/>
            <a:r>
              <a:t>C) Energy from water</a:t>
            </a:r>
          </a:p>
          <a:p>
            <a:pPr lvl="1"/>
            <a:r>
              <a:t>D) Energy from coal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is a renewable energy source?</a:t>
            </a:r>
          </a:p>
          <a:p>
            <a:pPr lvl="1"/>
            <a:r>
              <a:t>A) Coal</a:t>
            </a:r>
          </a:p>
          <a:p>
            <a:pPr lvl="1"/>
            <a:r>
              <a:t>B) Natural gas</a:t>
            </a:r>
          </a:p>
          <a:p>
            <a:pPr lvl="1"/>
            <a:r>
              <a:t>C) Wind</a:t>
            </a:r>
          </a:p>
          <a:p>
            <a:pPr lvl="1"/>
            <a:r>
              <a:t>D) Oil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Question 1: A</a:t>
            </a:r>
          </a:p>
          <a:p>
            <a:pPr lvl="1"/>
            <a:r>
              <a:t>Solar energy comes from the sun.</a:t>
            </a:r>
          </a:p>
          <a:p>
            <a:pPr/>
            <a:r>
              <a:t>Question 2: C</a:t>
            </a:r>
          </a:p>
          <a:p>
            <a:pPr lvl="1"/>
            <a:r>
              <a:t>Wind is a renewable energy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