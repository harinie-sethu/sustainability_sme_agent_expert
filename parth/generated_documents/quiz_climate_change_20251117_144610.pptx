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Quiz: Climate Change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 Questions | Difficulty: Medium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causes climate change?</a:t>
            </a:r>
          </a:p>
          <a:p>
            <a:pPr lvl="1"/>
            <a:r>
              <a:t>A) Greenhouse gases</a:t>
            </a:r>
          </a:p>
          <a:p>
            <a:pPr lvl="1"/>
            <a:r>
              <a:t>B) Ocean currents</a:t>
            </a:r>
          </a:p>
          <a:p>
            <a:pPr lvl="1"/>
            <a:r>
              <a:t>C) Solar flares</a:t>
            </a:r>
          </a:p>
          <a:p>
            <a:pPr lvl="1"/>
            <a:r>
              <a:t>D) Earth rotation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main greenhouse gas?</a:t>
            </a:r>
          </a:p>
          <a:p>
            <a:pPr lvl="1"/>
            <a:r>
              <a:t>A) Oxygen</a:t>
            </a:r>
          </a:p>
          <a:p>
            <a:pPr lvl="1"/>
            <a:r>
              <a:t>B) Carbon dioxide</a:t>
            </a:r>
          </a:p>
          <a:p>
            <a:pPr lvl="1"/>
            <a:r>
              <a:t>C) Nitrogen</a:t>
            </a:r>
          </a:p>
          <a:p>
            <a:pPr lvl="1"/>
            <a:r>
              <a:t>D) Helium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Question 1: A</a:t>
            </a:r>
          </a:p>
          <a:p>
            <a:pPr lvl="1"/>
            <a:r>
              <a:t>Greenhouse gases trap heat in the atmosphere.</a:t>
            </a:r>
          </a:p>
          <a:p>
            <a:pPr/>
            <a:r>
              <a:t>Question 2: B</a:t>
            </a:r>
          </a:p>
          <a:p>
            <a:pPr lvl="1"/>
            <a:r>
              <a:t>Carbon dioxide is the main greenhouse gas.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