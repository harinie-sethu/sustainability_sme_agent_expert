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Quiz: Sustainability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 Questions | Difficulty: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sustainability mean?</a:t>
            </a:r>
          </a:p>
          <a:p>
            <a:pPr lvl="1"/>
            <a:r>
              <a:t>A) Using resources without depletion</a:t>
            </a:r>
          </a:p>
          <a:p>
            <a:pPr lvl="1"/>
            <a:r>
              <a:t>B) Consuming as much as possible</a:t>
            </a:r>
          </a:p>
          <a:p>
            <a:pPr lvl="1"/>
            <a:r>
              <a:t>C) Ignoring environmental impacts</a:t>
            </a:r>
          </a:p>
          <a:p>
            <a:pPr lvl="1"/>
            <a:r>
              <a:t>D) Focusing only on profits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practice supports sustainability?</a:t>
            </a:r>
          </a:p>
          <a:p>
            <a:pPr lvl="1"/>
            <a:r>
              <a:t>A) Single-use plastics</a:t>
            </a:r>
          </a:p>
          <a:p>
            <a:pPr lvl="1"/>
            <a:r>
              <a:t>B) Energy efficiency</a:t>
            </a:r>
          </a:p>
          <a:p>
            <a:pPr lvl="1"/>
            <a:r>
              <a:t>C) Deforestation</a:t>
            </a:r>
          </a:p>
          <a:p>
            <a:pPr lvl="1"/>
            <a:r>
              <a:t>D) Overfishing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Question 1: A</a:t>
            </a:r>
          </a:p>
          <a:p>
            <a:pPr lvl="1"/>
            <a:r>
              <a:t>Sustainability balances resource use with regeneration.</a:t>
            </a:r>
          </a:p>
          <a:p>
            <a:pPr/>
            <a:r>
              <a:t>Question 2: B</a:t>
            </a:r>
          </a:p>
          <a:p>
            <a:pPr lvl="1"/>
            <a:r>
              <a:t>Energy efficiency reduces resource consumption.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